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77440" y="14173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NetSweep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395728" y="2377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/ IP Network Scanner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95728" y="2788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C# + WinForms on .NET 8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NetSweep?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Windows tool that sweeps your local network - or a remote machine network over VPN - and lists every connected device in seconds.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14884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585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30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scanning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sweep of a full subnet in seconds.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64992" y="1965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9584" y="214884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25856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42232" y="2130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auto-detect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47872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IP and subnet from your active network card.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27064" y="19659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91656" y="214884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2585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04304" y="21305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lookup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9944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IEEE database names makers offline - incl. industrial.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33832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" y="356616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7588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547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over VPN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85800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Siemens &amp; Rockwell gear via EtherNet/IP + S7.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364992" y="33832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529584" y="356616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367588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42232" y="3547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PDF export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3547872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spreadsheet or printable report output.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227064" y="338328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91656" y="356616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367588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04304" y="35478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build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6409944" y="40416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.exe - nothing to install or configure.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tour</a:t>
            </a:r>
            <a:endParaRPr lang="en-US" sz="3200" dirty="0"/>
          </a:p>
        </p:txBody>
      </p:sp>
      <p:pic>
        <p:nvPicPr>
          <p:cNvPr id="4" name="Image 0" descr="mockups2/main_r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303520" cy="35356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078736" y="1378509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078736" y="13785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018032" y="1844040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8032" y="1844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76960" y="2056181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6960" y="20561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41248" y="2468677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4686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18032" y="2993136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8032" y="2993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435856" y="2674925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35856" y="267492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80760" y="1417320"/>
            <a:ext cx="274320" cy="27432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18" name="Text 15"/>
          <p:cNvSpPr/>
          <p:nvPr/>
        </p:nvSpPr>
        <p:spPr>
          <a:xfrm>
            <a:off x="608076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46520" y="138074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bar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name, version and window controls.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80760" y="2020824"/>
            <a:ext cx="274320" cy="27432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21" name="Text 18"/>
          <p:cNvSpPr/>
          <p:nvPr/>
        </p:nvSpPr>
        <p:spPr>
          <a:xfrm>
            <a:off x="6080760" y="2020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6520" y="19842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+ Refresh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active adapter; Refresh re-lists them.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80760" y="2624328"/>
            <a:ext cx="274320" cy="27432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24" name="Text 21"/>
          <p:cNvSpPr/>
          <p:nvPr/>
        </p:nvSpPr>
        <p:spPr>
          <a:xfrm>
            <a:off x="608076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46520" y="25877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Subnet + Save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from the adapter; Save sets the target.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80760" y="3227832"/>
            <a:ext cx="274320" cy="27432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27" name="Text 24"/>
          <p:cNvSpPr/>
          <p:nvPr/>
        </p:nvSpPr>
        <p:spPr>
          <a:xfrm>
            <a:off x="608076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319125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/ Stop + options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or cancel; tune timeout and thread count.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080760" y="3831336"/>
            <a:ext cx="274320" cy="27432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30" name="Text 27"/>
          <p:cNvSpPr/>
          <p:nvPr/>
        </p:nvSpPr>
        <p:spPr>
          <a:xfrm>
            <a:off x="608076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46520" y="3794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device that responds.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080760" y="4434840"/>
            <a:ext cx="274320" cy="274320"/>
          </a:xfrm>
          <a:prstGeom prst="ellipse">
            <a:avLst/>
          </a:prstGeom>
          <a:solidFill>
            <a:srgbClr val="0F2540"/>
          </a:solidFill>
          <a:ln/>
        </p:spPr>
      </p:sp>
      <p:sp>
        <p:nvSpPr>
          <p:cNvPr id="33" name="Text 30"/>
          <p:cNvSpPr/>
          <p:nvPr/>
        </p:nvSpPr>
        <p:spPr>
          <a:xfrm>
            <a:off x="60807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446520" y="43982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Export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progress, plus CSV / PDF once a scan finishes.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88720" y="640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network</a:t>
            </a:r>
            <a:endParaRPr lang="en-US" sz="2800" dirty="0"/>
          </a:p>
        </p:txBody>
      </p:sp>
      <p:pic>
        <p:nvPicPr>
          <p:cNvPr id="6" name="Image 0" descr="mockups2/main_r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166360" cy="34442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852160" y="1572768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connection from the Network dropdown - its IP address and subnet mask fill in automatically.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IP or Subnet Mask only if you want to scan a different range.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- the current scan target appears in navy below.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52160" y="4160520"/>
            <a:ext cx="2880360" cy="713232"/>
          </a:xfrm>
          <a:prstGeom prst="roundRect">
            <a:avLst>
              <a:gd name="adj" fmla="val 7692"/>
            </a:avLst>
          </a:prstGeom>
          <a:solidFill>
            <a:srgbClr val="ECFDF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420624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sets the range to scan; it never changes your real adapter settings.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88720" y="640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scan</a:t>
            </a:r>
            <a:endParaRPr lang="en-US" sz="2800" dirty="0"/>
          </a:p>
        </p:txBody>
      </p:sp>
      <p:pic>
        <p:nvPicPr>
          <p:cNvPr id="6" name="Image 0" descr="mockups2/sca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166360" cy="34442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852160" y="1572768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Scan Network to sweep every host in the subnet.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run in parallel - tune Timeout and Threads to taste.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appear live as devices respond; the teal bar tracks progress.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Stop (or press Esc) to cancel a scan at any time.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52160" y="4160520"/>
            <a:ext cx="2880360" cy="713232"/>
          </a:xfrm>
          <a:prstGeom prst="roundRect">
            <a:avLst>
              <a:gd name="adj" fmla="val 7692"/>
            </a:avLst>
          </a:prstGeom>
          <a:solidFill>
            <a:srgbClr val="ECFDF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420624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threads = faster sweeps on a local network.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88720" y="640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export</a:t>
            </a:r>
            <a:endParaRPr lang="en-US" sz="2800" dirty="0"/>
          </a:p>
        </p:txBody>
      </p:sp>
      <p:pic>
        <p:nvPicPr>
          <p:cNvPr id="6" name="Image 0" descr="mockups2/result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166360" cy="34442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852160" y="14813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column means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852160" y="18105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device's address on the network.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Friendly network name (or the device's own product name).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6151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Unique hardware identifier (local networks only).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Manufacturer, from the MAC or the device itself.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34198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Online - the host responded.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38221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 (ms)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Round-trip ping time.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52160" y="4160520"/>
            <a:ext cx="2880360" cy="713232"/>
          </a:xfrm>
          <a:prstGeom prst="roundRect">
            <a:avLst>
              <a:gd name="adj" fmla="val 7692"/>
            </a:avLst>
          </a:prstGeom>
          <a:solidFill>
            <a:srgbClr val="ECFDF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420624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and Export PDF unlock once a scan finishes.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88720" y="640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on a device</a:t>
            </a:r>
            <a:endParaRPr lang="en-US" sz="2800" dirty="0"/>
          </a:p>
        </p:txBody>
      </p:sp>
      <p:pic>
        <p:nvPicPr>
          <p:cNvPr id="6" name="Image 0" descr="mockups2/context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166360" cy="34442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852160" y="1572768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any row (or double-click) for quick actions.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IP address or Copy MAC address to the clipboard.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 jumps to http://&lt;ip&gt; - handy for routers, printers and NAS boxes.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Wake-on-LAN wakes a sleeping device via its MAC.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52160" y="4160520"/>
            <a:ext cx="2880360" cy="713232"/>
          </a:xfrm>
          <a:prstGeom prst="roundRect">
            <a:avLst>
              <a:gd name="adj" fmla="val 7692"/>
            </a:avLst>
          </a:prstGeom>
          <a:solidFill>
            <a:srgbClr val="ECFDF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420624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Double-clicking a row opens its web page in your browser.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 •  WORKS OVER A VPN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devices over a VPN</a:t>
            </a:r>
            <a:endParaRPr lang="en-US" sz="3200" dirty="0"/>
          </a:p>
        </p:txBody>
      </p:sp>
      <p:pic>
        <p:nvPicPr>
          <p:cNvPr id="4" name="Image 0" descr="mockups2/vpn_ident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66360" cy="34442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852160" y="146304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an eWON / IXON tunnel, MAC, vendor and hostname come back blank - ARP can't cross a router.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Identify devices (EtherNet/IP + S7) - on by default - to ask each device directly instead.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EtherNet/IP (UDP 44818): Rockwell / Omron return vendor + product.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(TCP 102): Siemens PLCs &amp; HMIs return their module type or order number.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maker fills Vendor; the device's own name fills Hostname.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852160" y="4224528"/>
            <a:ext cx="2880360" cy="749808"/>
          </a:xfrm>
          <a:prstGeom prst="roundRect">
            <a:avLst>
              <a:gd name="adj" fmla="val 7317"/>
            </a:avLst>
          </a:prstGeom>
          <a:solidFill>
            <a:srgbClr val="ECFDF9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42702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 </a:t>
            </a:r>
            <a:pPr indent="0" marL="0">
              <a:buNone/>
            </a:pPr>
            <a:r>
              <a:rPr lang="en-US" sz="11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VPN, drop Threads to ~24 so the slow tunnel doesn't drop devices.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Credits &amp; build info</a:t>
            </a:r>
            <a:endParaRPr lang="en-US" sz="3200" dirty="0"/>
          </a:p>
        </p:txBody>
      </p:sp>
      <p:pic>
        <p:nvPicPr>
          <p:cNvPr id="4" name="Image 0" descr="mockups2/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66160" cy="342958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709160" y="1572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09160" y="1755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NetSweep v1.0.0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709160" y="2093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09160" y="2276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/ IP network scanner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09160" y="26151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09160" y="2798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09160" y="3136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09160" y="3319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+ WinForms on .NET 8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09160" y="3657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0916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OUI database, embedded in the exe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09160" y="4178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UNDER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09160" y="4361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button, top-right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&amp; good to know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1554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administrator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NetSweep full access to ARP data for reliable MAC and vendor detection on local networks.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468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over a VPN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Identify ticked and drop Threads to ~24 - slow tunnels drop packets if you flood them.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data is built in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AB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IEEE database ships inside the exe (industrial makers included). Drop an oui.csv beside it to update.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40080" y="4480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NetSweep - scan your network in seconds.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0080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van Niekerk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NetSweep — User Guide</dc:title>
  <dc:subject>PptxGenJS Presentation</dc:subject>
  <dc:creator>Luan van Niekerk</dc:creator>
  <cp:lastModifiedBy>Luan van Niekerk</cp:lastModifiedBy>
  <cp:revision>1</cp:revision>
  <dcterms:created xsi:type="dcterms:W3CDTF">2026-07-19T10:19:49Z</dcterms:created>
  <dcterms:modified xsi:type="dcterms:W3CDTF">2026-07-19T10:19:49Z</dcterms:modified>
</cp:coreProperties>
</file>